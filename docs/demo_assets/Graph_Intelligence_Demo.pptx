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 Memory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Graph Intelligence Layer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algorithms · semantic, episodic &amp; procedural memory · vector search — built on the local-first pipeline, fully grounded, nothing leaves the Mac.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520440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366784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133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240280" y="352044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681" y="3667841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4133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840480" y="3520440"/>
            <a:ext cx="566928" cy="566928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81" y="3667841"/>
            <a:ext cx="272125" cy="2721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11880" y="4133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5440680" y="3520440"/>
            <a:ext cx="566928" cy="566928"/>
          </a:xfrm>
          <a:prstGeom prst="ellipse">
            <a:avLst/>
          </a:prstGeom>
          <a:solidFill>
            <a:srgbClr val="5C67F2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81" y="3667841"/>
            <a:ext cx="272125" cy="2721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212080" y="4133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7040880" y="3520440"/>
            <a:ext cx="566928" cy="566928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8281" y="3667841"/>
            <a:ext cx="272125" cy="2721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812280" y="4133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050" dirty="0"/>
          </a:p>
        </p:txBody>
      </p:sp>
      <p:sp>
        <p:nvSpPr>
          <p:cNvPr id="20" name="Text 13"/>
          <p:cNvSpPr/>
          <p:nvPr/>
        </p:nvSpPr>
        <p:spPr>
          <a:xfrm>
            <a:off x="640080" y="46405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Shubham Gaur  ·  July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LEFT 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You've Already Seen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53619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898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· Calendar · Jira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6733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Airbyte Cloud, 3 connectors, incremental sync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31343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1671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Postgres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34440" y="24505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exactly-once processing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rgbClr val="5C67F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09067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29443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Studio + Gemma3:12b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3227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extraction, zero cloud inference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867912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37216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Memgraph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234440" y="40050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· Meeting · Topic · Decision · ActionItem graph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760720" y="1371600"/>
            <a:ext cx="2834640" cy="3200400"/>
          </a:xfrm>
          <a:prstGeom prst="roundRect">
            <a:avLst>
              <a:gd name="adj" fmla="val 2581"/>
            </a:avLst>
          </a:prstGeom>
          <a:solidFill>
            <a:srgbClr val="0D1529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989320" y="1536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session adds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989320" y="187452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graph algorithms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fact memory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event chains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Auto-detected workflows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vector search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NL query interface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Meeting Memory v4 — Graph Intelligence Layer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832104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Architecture — Updated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15875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14173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103120" y="141732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1417320"/>
            <a:ext cx="14173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Airbyte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749040" y="141732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15875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417320"/>
            <a:ext cx="14173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94960" y="1417320"/>
            <a:ext cx="1463040" cy="77724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15875">
            <a:solidFill>
              <a:srgbClr val="5C67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1417320"/>
            <a:ext cx="1463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086600" y="1417320"/>
            <a:ext cx="1600200" cy="77724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1417320"/>
            <a:ext cx="16002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Studio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gemma3 + nomic-embed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74520" y="1723644"/>
            <a:ext cx="228600" cy="164592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5" name="Shape 13"/>
          <p:cNvSpPr/>
          <p:nvPr/>
        </p:nvSpPr>
        <p:spPr>
          <a:xfrm>
            <a:off x="3520440" y="1723644"/>
            <a:ext cx="228600" cy="164592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5166360" y="1723644"/>
            <a:ext cx="228600" cy="164592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0" y="1723644"/>
            <a:ext cx="228600" cy="164592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514600"/>
            <a:ext cx="4160520" cy="1965960"/>
          </a:xfrm>
          <a:prstGeom prst="roundRect">
            <a:avLst>
              <a:gd name="adj" fmla="val 3721"/>
            </a:avLst>
          </a:prstGeom>
          <a:solidFill>
            <a:srgbClr val="0D1529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624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Memgraph 3.11.0 (memgraph-mage)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292608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graph_algorithms.py — MAGE CALL procedures (only place)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semantic_memory.py — Fact, Preference, KNOWS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episodic_memory.py — PRECEDED_BY, decay, sessions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procedural_memory.py — Procedure, ProcedureStep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vector_memory.py — embeddings + vector_search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2514600"/>
            <a:ext cx="1874520" cy="1965960"/>
          </a:xfrm>
          <a:prstGeom prst="roundRect">
            <a:avLst>
              <a:gd name="adj" fmla="val 3902"/>
            </a:avLst>
          </a:prstGeom>
          <a:solidFill>
            <a:srgbClr val="0D1529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Memgraph Lab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3.11.0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3108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container · localhost:3000 · visual query + graph view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03720" y="2514600"/>
            <a:ext cx="1783080" cy="1965960"/>
          </a:xfrm>
          <a:prstGeom prst="roundRect">
            <a:avLst>
              <a:gd name="adj" fmla="val 4103"/>
            </a:avLst>
          </a:prstGeom>
          <a:solidFill>
            <a:srgbClr val="0D1529"/>
          </a:solidFill>
          <a:ln w="9525">
            <a:solidFill>
              <a:srgbClr val="5C67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2651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Memgraph MCP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40880" y="310896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sidecar · Claude Desktop / any agent, read+write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local — docker compose up. Zero cloud inference after Airbyte sync.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Meeting Memory v4 — Graph Intelligence Layer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32104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Graph Got Smarter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ingestion pipeline. Five new capabilities computed on top of it, automatically.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719072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644" y="1818924"/>
            <a:ext cx="184343" cy="184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Algorithms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1792" y="2176272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PageRank, community detection, betweenness &amp; degree centrality — who actually matters.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91840" y="155448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56432" y="1719072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284" y="1818924"/>
            <a:ext cx="184343" cy="1843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31920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Memory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456432" y="2176272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facts and preferences that persist and gain confidence over time.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126480" y="155448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91072" y="1719072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924" y="1818924"/>
            <a:ext cx="184343" cy="18434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66560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291072" y="2176272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chains between meetings, plus automatic relevance decay.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57200" y="310896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21792" y="3273552"/>
            <a:ext cx="384048" cy="384048"/>
          </a:xfrm>
          <a:prstGeom prst="ellipse">
            <a:avLst/>
          </a:prstGeom>
          <a:solidFill>
            <a:srgbClr val="5C67F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644" y="3373404"/>
            <a:ext cx="184343" cy="18434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97280" y="3246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Memory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21792" y="3730752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Recognizes known workflows and discovers new recurring patterns on its own.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3291840" y="310896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456432" y="3273552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284" y="3373404"/>
            <a:ext cx="184343" cy="18434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31920" y="3246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3456432" y="3730752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— not keyword — search over every meeting summary and fact.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6126480" y="310896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291072" y="3273552"/>
            <a:ext cx="384048" cy="384048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0924" y="3373404"/>
            <a:ext cx="184343" cy="18434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66560" y="3246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Retrieval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6291072" y="3730752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natural-language interface over all four layers, fully grounded.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Meeting Memory v4 — Graph Intelligence Layer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832104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ALGORITHMS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Actually Matters Here?</a:t>
            </a:r>
            <a:endParaRPr lang="en-US" sz="2800" dirty="0"/>
          </a:p>
        </p:txBody>
      </p:sp>
      <p:pic>
        <p:nvPicPr>
          <p:cNvPr id="4" name="Image 0" descr="/Users/shubham.gaur/Desktop/airbyte-lm-studio-memgraph/docs/demo_assets/memgraph_01_influential_grap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60520" y="1234440"/>
            <a:ext cx="4572000" cy="3429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0" y="1188720"/>
            <a:ext cx="461772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6" name="Image 1" descr="/Users/shubham.gaur/Desktop/airbyte-lm-studio-memgraph/docs/demo_assets/memgraph_01_influential_graph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51960" y="1298448"/>
            <a:ext cx="4389120" cy="3291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4800" y="4718304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Real query · people sized/colored by PageRank, connected to their meetings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57200" y="137160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— the same algorithm Google used for web pages — applied to meeting attendance. Not “who attends the most meetings,” but “who's central to the meetings that matter.” Community detection groups people into teams automatically, no org chart required.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57200" y="324612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0D1529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21792" y="33649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by PageRank (live)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21792" y="363931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Femi Oduwole — 0.00474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Matteo Vaiente — 0.00459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Mark Johnston — 0.00369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Meeting Memory v4 — Graph Intelligence Layer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32104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MEMORY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Graph Remembers Facts, Not Just Events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61772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/Users/shubham.gaur/Desktop/airbyte-lm-studio-memgraph/docs/demo_assets/memgraph_04_has_fact_semanti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298448"/>
            <a:ext cx="438912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718304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Real query · MATCH (m:Meeting)-[:HAS_FACT]-&gt;(f:Fact)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257800" y="132588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meeting summary is run through the local LLM to extract durable facts — not what happened, but what's now permanently true. Confidence rises every time a fact gets independently reconfirmed.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257800" y="2468880"/>
            <a:ext cx="3429000" cy="2240280"/>
          </a:xfrm>
          <a:prstGeom prst="roundRect">
            <a:avLst>
              <a:gd name="adj" fmla="val 3265"/>
            </a:avLst>
          </a:prstGeom>
          <a:solidFill>
            <a:srgbClr val="0D1529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22392" y="25786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facts in the graph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22392" y="2862072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“Femi leads the QA automation initiative”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QA AI pilot is ongoing at Canadian Blood Services”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“Jacob will own the integration with the test suite”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Meeting Memory v4 — Graph Intelligence Layer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32104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&amp; PROCEDURAL MEMORY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Time-Aware, and It Recognized Our Process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chain together over time — this standup followed that one, three days apart — and relevance decays automatically, 5% per day. On top of that, the graph matched a real 2-person meeting to the “one-on-one” workflow with zero manual input, and can discover entirely new recurring patterns on its own.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352044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0D1529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3657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6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meeting auto-matched to </a:t>
            </a:r>
            <a:pPr indent="0" marL="0">
              <a:buNone/>
            </a:pPr>
            <a:r>
              <a:rPr lang="en-US" sz="1050" b="1" dirty="0">
                <a:solidFill>
                  <a:srgbClr val="5C6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one_on_one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1792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known workflow templates seeded · discovery job runs nightly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60520" y="1188720"/>
            <a:ext cx="45720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9" name="Image 0" descr="/Users/shubham.gaur/Desktop/airbyte-lm-studio-memgraph/docs/demo_assets/memgraph_03_procedure_step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0" y="1298448"/>
            <a:ext cx="4343400" cy="32918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60520" y="47183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Real query · sprint_planning procedure and its ordered steps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Meeting Memory v4 — Graph Intelligence Layer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32104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Understands Meaning, Not Keywords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0D1529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89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asked: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"Who is responsible for testing automation?"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43400" y="2450592"/>
            <a:ext cx="457200" cy="292608"/>
          </a:xfrm>
          <a:prstGeom prst="downArrow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88036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035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match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(65% similarity, zero keyword overlap):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337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"Femi leads the QA automation initiative"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3794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word in the question appears in the fact. This is semantic understanding, not search-and-highlight.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33425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meeting summary and every fact is embedded (768-dim, LM Studio's nomic-embed-text) the moment it's written. Two MAGE vector indexes power nearest-neighbor search directly in Memgraph.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Meeting Memory v4 — Graph Intelligence Layer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32104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Natural-Language Interface, Fully Grounded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0D1529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/graph/memory/query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"question": "What does Matteo discuss in his standups?" 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43400" y="2148840"/>
            <a:ext cx="457200" cy="256032"/>
          </a:xfrm>
          <a:prstGeom prst="downArrow">
            <a:avLst/>
          </a:prstGeom>
          <a:solidFill>
            <a:srgbClr val="0EA5E9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514600"/>
            <a:ext cx="822960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6334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90779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"Matteo participates in daily CBS Standups on several dates: 2026-02-03, 2026-02-24, and 2026-03-02. These standups occur on Email."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4160520"/>
            <a:ext cx="292608" cy="292608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278" y="4236598"/>
            <a:ext cx="140452" cy="14045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20040" y="44805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Extract entities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560320" y="4160520"/>
            <a:ext cx="292608" cy="292608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398" y="4236598"/>
            <a:ext cx="140452" cy="1404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23160" y="44805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Assemble context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663440" y="4160520"/>
            <a:ext cx="292608" cy="292608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518" y="4236598"/>
            <a:ext cx="140452" cy="1404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26280" y="44805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Synthesize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6766560" y="4160520"/>
            <a:ext cx="292608" cy="292608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2638" y="4236598"/>
            <a:ext cx="140452" cy="1404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629400" y="44805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Log session</a:t>
            </a:r>
            <a:endParaRPr lang="en-US" sz="850" dirty="0"/>
          </a:p>
        </p:txBody>
      </p:sp>
      <p:sp>
        <p:nvSpPr>
          <p:cNvPr id="23" name="Text 17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Meeting Memory v4 — Graph Intelligence Layer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832104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— Updated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0D1529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Engine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901952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Memgraph 3.11.0 (memgraph-mage)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MAGE: pagerank, community_detection,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betweenness/degree centrality, WCC,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vector_search, node_similarity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Memgraph Lab 3.11.0 (standalone)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0D1529"/>
          </a:solidFill>
          <a:ln w="9525">
            <a:solidFill>
              <a:srgbClr val="5C67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508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901952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 Studio — 100% local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google/gemma-3-12b (chat/extraction)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text-embedding-nomic-embed-text-v1.5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768-dim embeddings, cosine similarity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OpenAI-compatible API, one shared client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0D1529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508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Modules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1901952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graph_algorithms.py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semantic_memory.py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episodic_memory.py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procedural_memory.py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vector_memory.py · memory_retrieval.py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Meeting Memory v4 — Graph Intelligence Layer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32104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Working Right Now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0D1529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87752" y="137160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0D1529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87752" y="1463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679192" y="2148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in graph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18304" y="137160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0D1529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463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C6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809744" y="2148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workflow templates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48856" y="137160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0D1529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48856" y="1463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768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940296" y="2148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dimensions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8229600" cy="1691640"/>
          </a:xfrm>
          <a:prstGeom prst="roundRect">
            <a:avLst>
              <a:gd name="adj" fmla="val 4324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27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counts (live)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429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06040" y="3429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3429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ProcedureStep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7960" y="3429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931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06040" y="3931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0" y="3931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MemorySession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37960" y="3931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Meeting Memory v4 — Graph Intelligence Layer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32104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Walkthrough (~12 min)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68580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1353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it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703320" y="135331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graph got smarter without touching ingestion.”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68580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288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80160" y="1810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Algorithms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703320" y="181051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/graph/insights/influential — who actually matters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68580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2860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80160" y="2267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Memory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703320" y="226771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+ KNOWS — durable knowledge, not transient notes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68580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432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80160" y="2724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703320" y="272491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chains + relevance decay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68580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2004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6:30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80160" y="3182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Memory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703320" y="318211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Auto-matched a real 1:1, zero manual input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68580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6576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8:30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80160" y="3639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703320" y="363931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“who's responsible for testing automation?” — the wow moment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114800"/>
            <a:ext cx="68580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1148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11:00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80160" y="4096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Retrieval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703320" y="409651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NL query ties all four layers together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Meeting Memory v4 — Graph Intelligence Layer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32104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Demonstrates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49047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3441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local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3000" y="16459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Algorithms, memory, and vector search all run on-Mac. Zero data leaves the machine after Airbyte sync.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212848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33172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218541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graph intelligence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143000" y="248716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MAGE algorithms compute influence and structure directly in Memgraph — no separate analytics pipeline.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3054096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172968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302666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not hallucinated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43000" y="3328416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NL answer traces back to real graph nodes, logged as an auditable MemorySession.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57200" y="3895344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4014216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38679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Agent-ready today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43000" y="4169664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shown is already queryable by Claude Desktop or any agent via the MCP server, zero extra work.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Meeting Memory v4 — Graph Intelligence Layer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832104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788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— that's the entire deployment.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46405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Shubham Gaur  ·  meeting-memory-v4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Meeting Memory v4 — Graph Intelligence Layer</dc:title>
  <dc:subject>PptxGenJS Presentation</dc:subject>
  <dc:creator>Shubham Gaur</dc:creator>
  <cp:lastModifiedBy>Shubham Gaur</cp:lastModifiedBy>
  <cp:revision>1</cp:revision>
  <dcterms:created xsi:type="dcterms:W3CDTF">2026-07-02T02:08:17Z</dcterms:created>
  <dcterms:modified xsi:type="dcterms:W3CDTF">2026-07-02T02:08:17Z</dcterms:modified>
</cp:coreProperties>
</file>