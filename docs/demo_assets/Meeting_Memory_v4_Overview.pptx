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12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Memory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Complete Overview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case, architecture, code, and live proof — one fully local pipeline, zero cloud inference.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3201132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6393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212848" y="3063240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740" y="3201132"/>
            <a:ext cx="254569" cy="2545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38528" y="36393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785616" y="3063240"/>
            <a:ext cx="530352" cy="530352"/>
          </a:xfrm>
          <a:prstGeom prst="ellipse">
            <a:avLst/>
          </a:prstGeom>
          <a:solidFill>
            <a:srgbClr val="5C67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508" y="3201132"/>
            <a:ext cx="254569" cy="2545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11296" y="36393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358384" y="3063240"/>
            <a:ext cx="530352" cy="53035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6276" y="3201132"/>
            <a:ext cx="254569" cy="25456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84064" y="36393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6931152" y="3063240"/>
            <a:ext cx="530352" cy="530352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9044" y="3201132"/>
            <a:ext cx="254569" cy="25456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56832" y="36393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640080" y="46405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Shubham Gaur  ·  July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Is, In One Slide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meeting-memory system: Gmail, Calendar, and Jira flow in through Airbyte, get turned into a queryable knowledge graph, and feed back into Jira and an autonomous coding agent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one MacBook — no cloud LLM, no cloud database, no per-token billing after the Airbyte sync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doesn't just store meetings — it computes influence (PageRank), remembers durable facts, decays stale context, recognizes workflows, and answers natural-language questions, grounded in real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182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3767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to get here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87752" y="310896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87752" y="3182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679192" y="3767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/ meeting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18304" y="310896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18304" y="3182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5C6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809744" y="3767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48856" y="310896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48856" y="3182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940296" y="3767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Docker/agent services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2 / 21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in Business Terms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926080"/>
          </a:xfrm>
          <a:prstGeom prst="roundRect">
            <a:avLst>
              <a:gd name="adj" fmla="val 2414"/>
            </a:avLst>
          </a:prstGeom>
          <a:solidFill>
            <a:srgbClr val="0D1529"/>
          </a:solidFill>
          <a:ln w="9525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508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institutional knowledge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21031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and commitments live in scattered docs and Slack threads, then vanish. Nobody can reconstruct who agreed to what.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2926080"/>
          </a:xfrm>
          <a:prstGeom prst="roundRect">
            <a:avLst>
              <a:gd name="adj" fmla="val 2414"/>
            </a:avLst>
          </a:prstGeom>
          <a:solidFill>
            <a:srgbClr val="0D1529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10712" y="1508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 tax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10712" y="21031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re-reads transcripts to write Jira tickets. Every hour spent here is an hour not spent building.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2926080"/>
          </a:xfrm>
          <a:prstGeom prst="roundRect">
            <a:avLst>
              <a:gd name="adj" fmla="val 2414"/>
            </a:avLst>
          </a:prstGeom>
          <a:solidFill>
            <a:srgbClr val="0D1529"/>
          </a:solidFill>
          <a:ln w="9525">
            <a:solidFill>
              <a:srgbClr val="5C6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99632" y="1508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6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 spend + exposure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99632" y="21031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extraction call to a hosted model is a per-token bill AND a copy of your meeting content leaving the building.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3 / 21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Iterations to Get Here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307592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+ Obsidian vault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notes, no structure, nothing queryable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676656" y="1801368"/>
            <a:ext cx="18288" cy="3200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n8n + Confluence + Jira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395728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automation, still no graph, no memory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76656" y="2596896"/>
            <a:ext cx="18288" cy="3200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35224"/>
            <a:ext cx="457200" cy="457200"/>
          </a:xfrm>
          <a:prstGeom prst="ellipse">
            <a:avLst/>
          </a:prstGeom>
          <a:solidFill>
            <a:srgbClr val="5C67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898648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Airbyte Cloud + Render + Groq + Memgraph Cloud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191256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graph — but 4 paid cloud services, data left the building on every call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76656" y="3392424"/>
            <a:ext cx="18288" cy="3200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73075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694176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Airbyte Cloud + local Postgres + LM Studio + local Memgraph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986784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ingestion backbone, everything else pulled onto one Mac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→ v4 is not a rewrite — it's every cloud dependency swapped for a local equivalent, one at a time.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4 / 21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Fully Local — What v3 Cost Us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291840"/>
          </a:xfrm>
          <a:prstGeom prst="roundRect">
            <a:avLst>
              <a:gd name="adj" fmla="val 1944"/>
            </a:avLst>
          </a:prstGeom>
          <a:solidFill>
            <a:srgbClr val="0D1529"/>
          </a:solidFill>
          <a:ln w="9525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435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since v3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3703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Render.com — paid hosting, gone</a:t>
            </a:r>
            <a:endParaRPr lang="en-US" sz="93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 API — per-token billing, gone</a:t>
            </a:r>
            <a:endParaRPr lang="en-US" sz="93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Memgraph Cloud — managed DB fee, gone</a:t>
            </a:r>
            <a:endParaRPr lang="en-US" sz="93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Neon Postgres — managed DB fee, gone</a:t>
            </a:r>
            <a:endParaRPr lang="en-US" sz="93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ngrok — tunnel dependency, gone</a:t>
            </a:r>
            <a:endParaRPr lang="en-US" sz="93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— replaced by LM Studio</a:t>
            </a:r>
            <a:endParaRPr lang="en-US" sz="93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 connector — no signal, cut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3291840"/>
          </a:xfrm>
          <a:prstGeom prst="roundRect">
            <a:avLst>
              <a:gd name="adj" fmla="val 1944"/>
            </a:avLst>
          </a:prstGeom>
          <a:solidFill>
            <a:srgbClr val="0D1529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28032" y="1435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buys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28032" y="1783080"/>
            <a:ext cx="3703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marginal cost per extraction — no per-token bill, ever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meeting content leaves the Mac after the Airbyte sync — nothing to review for a data-processing agreement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outage takes the pipeline down mid-demo</a:t>
            </a:r>
            <a:endParaRPr lang="en-US" sz="9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Airbyte Cloud is the one dependency kept — because it's the right tool for ingestion, not a cost center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5 / 21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Airbyte Stays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17" y="1485717"/>
            <a:ext cx="210678" cy="2106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5331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connectors, zero code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16276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Calendar, and Jira are all production connectors — no auth boilerplate, no pagination logic, no schema maintenance to own.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" y="2167128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17" y="2281245"/>
            <a:ext cx="210678" cy="21067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1488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+ Append+Dedup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97280" y="24231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sync moves only new data. processed_flag gives the graph builder exactly-once semantics on top of that.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2962656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17" y="3076773"/>
            <a:ext cx="210678" cy="21067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9443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Webhook-driven, fully automated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97280" y="321868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Airbyte fires a webhook on sync completion — the transform service wakes up and the graph updates with zero manual trigger.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57200" y="3758184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317" y="3872301"/>
            <a:ext cx="210678" cy="2106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7398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Bidirectional, not just a source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097280" y="401421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Airbyte also reads Jira issues back in — the same sync that pulls meetings closes the loop on ticket status.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6 / 21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Services &amp; Ports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572768" cy="77724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397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5727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:5432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67128" y="1234440"/>
            <a:ext cx="1572768" cy="77724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3970">
            <a:solidFill>
              <a:srgbClr val="5C6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67128" y="1234440"/>
            <a:ext cx="15727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transform_service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:8000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77056" y="1234440"/>
            <a:ext cx="1572768" cy="77724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397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77056" y="1234440"/>
            <a:ext cx="15727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Memgraph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Bolt :7687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86984" y="1234440"/>
            <a:ext cx="1572768" cy="77724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86984" y="1234440"/>
            <a:ext cx="15727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:3000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:8001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96912" y="1234440"/>
            <a:ext cx="1389888" cy="77724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397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96912" y="1234440"/>
            <a:ext cx="13898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 Studio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:1234 (host)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29968" y="1549908"/>
            <a:ext cx="137160" cy="146304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39896" y="1549908"/>
            <a:ext cx="137160" cy="146304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49824" y="1549908"/>
            <a:ext cx="137160" cy="146304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59752" y="1549908"/>
            <a:ext cx="137160" cy="146304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084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dev_agent :8002 (own service, polls Jira via REST, opens PRs via GitHub API)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4023360" cy="2148840"/>
          </a:xfrm>
          <a:prstGeom prst="roundRect">
            <a:avLst>
              <a:gd name="adj" fmla="val 2979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251460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MEMGRAPH_HOST=memgraph  MEMGRAPH_PORT=7687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LM_STUDIO_BASE_URL=http://host.docker.internal:1234/v1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LM_STUDIO_MODEL=gemma3-12b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LM_STUDIO_EMBEDDING_MODEL=text-embedding-nomic-embed-text-v1.5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POSTGRES_HOST=postgres  POSTGRES_PORT=5432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63440" y="2423160"/>
            <a:ext cx="4023360" cy="2148840"/>
          </a:xfrm>
          <a:prstGeom prst="roundRect">
            <a:avLst>
              <a:gd name="adj" fmla="val 2979"/>
            </a:avLst>
          </a:prstGeom>
          <a:solidFill>
            <a:srgbClr val="0D1529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28032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28032" y="28346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Airbyte Cloud → Postgres (raw_emails, raw_calendar_events, raw_jira_issues)</a:t>
            </a:r>
            <a:endParaRPr lang="en-US" sz="88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polls every 5 min + POST /webhook/airbyte on sync complete</a:t>
            </a:r>
            <a:endParaRPr lang="en-US" sz="88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graph_builder.py: classify → extract → MERGE Cypher tx → algorithms → memory → Jira push</a:t>
            </a:r>
            <a:endParaRPr lang="en-US" sz="88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processed_flag column gives exactly-once semantics per row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8 / 21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Data Model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name="adj" fmla="val 1918"/>
            </a:avLst>
          </a:prstGeom>
          <a:solidFill>
            <a:srgbClr val="0D1529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types (11)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" y="1691640"/>
            <a:ext cx="3703320" cy="1874520"/>
          </a:xfrm>
          <a:prstGeom prst="roundRect">
            <a:avLst>
              <a:gd name="adj" fmla="val 3415"/>
            </a:avLst>
          </a:prstGeom>
          <a:solidFill>
            <a:srgbClr val="0D1529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783080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 {id, date, title, kind,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platform, duration_minutes,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relevance_weight, embedding[768]}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{email, name, pagerank_score,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community_id, betweenness_centrality}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Topic, Decision, ActionItem, Organization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 {id, text, confidence, embedding}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 {category, value, confidence}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Procedure, ProcedureStep, MemorySession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621792" y="3703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nodes: id (uuid5, deterministic) · created_at · updated_at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792" y="404164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UNIQUE on Meeting.id, Person.email, Topic.name,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Decision.id, ActionItem.id, Organization.domain,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Fact.id, Preference.id, Procedure.id, ProcedureStep.id,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MemorySession.id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3337560"/>
          </a:xfrm>
          <a:prstGeom prst="roundRect">
            <a:avLst>
              <a:gd name="adj" fmla="val 1918"/>
            </a:avLst>
          </a:prstGeom>
          <a:solidFill>
            <a:srgbClr val="0D1529"/>
          </a:solidFill>
          <a:ln w="9525">
            <a:solidFill>
              <a:srgbClr val="5C6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types (17)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8032" y="1691640"/>
            <a:ext cx="3703320" cy="1874520"/>
          </a:xfrm>
          <a:prstGeom prst="roundRect">
            <a:avLst>
              <a:gd name="adj" fmla="val 3415"/>
            </a:avLst>
          </a:prstGeom>
          <a:solidFill>
            <a:srgbClr val="0D1529"/>
          </a:solidFill>
          <a:ln w="9525">
            <a:solidFill>
              <a:srgbClr val="5C6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65192" y="1783080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ATTENDED {role}   DISCUSSED   PRODUCED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ASSIGNED_TO   WORKS_AT   FOLLOWS_UP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HAS_FACT   PREFERS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KNOWS {weight}   INTERESTED_IN {weight}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PRECEDED_BY {gap_days}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CAUSED_BY {confidence}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FOLLOWS_PROCEDURE {confidence}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HAS_STEP   NEXT_STEP {condition}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ACCESSED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4828032" y="37033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Writes: MERGE only, never CREATE, for uniquely-keyed nodes.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writes batched in one Cypher transaction (ACID).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28032" y="41605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KNOWS is stored in one canonical direction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(lexicographic email order) — query with (a)-[:KNOWS]-(b)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9 / 21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TRANSFORM_SERVICE/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Pipeline — Real Code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classifier.py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00400" y="12984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classify(text, meta) -&gt; float — rules-based, no LLM. Threshold: score &gt;= 0.40 proceeds.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128016" cy="128016"/>
          </a:xfrm>
          <a:prstGeom prst="ellipse">
            <a:avLst/>
          </a:prstGeom>
          <a:solidFill>
            <a:srgbClr val="5C67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extractor.py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0" y="18653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extract_meeting() — LM Studio JSON-mode, temperature=0.0, @with_retry(max_attempts=3, base_delay=2.0)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432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graph_builder.py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0" y="24323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process_email/process_calendar_event — single try block: classify → extract → graph → algorithms → memory → Jira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2999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memgraph_client.py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0" y="2999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file with Cypher. upsert_meeting_graph() batches Meeting+Person+Org+Topic+Decision+ActionItem in one tx()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1051560"/>
          </a:xfrm>
          <a:prstGeom prst="roundRect">
            <a:avLst>
              <a:gd name="adj" fmla="val 6087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(m:Meeting {id: $id})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CREATE SET m.created_at = $now, m.relevance_weight = 1.0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m.title = $title, m.kind = $kind, m.embedding = $vec ...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Person, Org, Topic, Decision, ActionItem MERGEs follow,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all inside the same tx.run() block — commit or rollback together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10 / 21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GRAPH_ALGORITHMS.PY — ONLY FILE WITH MAGE CALL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Algorithms — Actual MAGE Calls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74920" cy="3520440"/>
          </a:xfrm>
          <a:prstGeom prst="roundRect">
            <a:avLst>
              <a:gd name="adj" fmla="val 1818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4800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pagerank.get()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YIELD node, rank SET node.pagerank_score = rank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community_detection.get()  -- fast path (Louvain)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YIELD node, community_id SET node.community_id = community_id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igraphalg.community_leiden()  -- nightly path (accurate)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YIELD node, community_id SET node.community_id = community_id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betweenness_centrality.get()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YIELD node, betweenness_centrality SET node.betweenness_centrality = ...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degree_centrality.get()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YIELD node, degree AS degree_centrality SET node.degree_centrality = ...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weakly_connected_components.get()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YIELD node, component_id SET node.wcc_id = component_id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5669280" y="1280160"/>
            <a:ext cx="3017520" cy="3520440"/>
          </a:xfrm>
          <a:prstGeom prst="roundRect">
            <a:avLst>
              <a:gd name="adj" fmla="val 2121"/>
            </a:avLst>
          </a:prstGeom>
          <a:solidFill>
            <a:srgbClr val="0D1529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33872" y="1389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points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33872" y="1719072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4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 — after every processed meeting, in graph_builder.py's try block</a:t>
            </a:r>
            <a:endParaRPr lang="en-US" sz="84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4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path — nightly cron, 02:00, via APScheduler in main.py lifespan</a:t>
            </a:r>
            <a:endParaRPr lang="en-US" sz="84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4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wrapped in its own try/except — one algorithm failing never aborts the others</a:t>
            </a:r>
            <a:endParaRPr lang="en-US" sz="84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4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result.consume() called explicitly — the async driver defers execution otherwise, misattributing errors to the next statement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11 / 21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SEMANTIC_MEMORY.PY · EPISODIC_MEMORY.PY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— The Actual Formulas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474720"/>
          </a:xfrm>
          <a:prstGeom prst="roundRect">
            <a:avLst>
              <a:gd name="adj" fmla="val 1842"/>
            </a:avLst>
          </a:prstGeom>
          <a:solidFill>
            <a:srgbClr val="0D1529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confidence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" y="1719072"/>
            <a:ext cx="3703320" cy="1600200"/>
          </a:xfrm>
          <a:prstGeom prst="roundRect">
            <a:avLst>
              <a:gd name="adj" fmla="val 4000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810512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CREATE  f.confidence = 0.3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MATCH   f.confidence = min(1.0,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f.confidence + 0.1)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nightly consolidation: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f.source_count % 3 = 0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f.confidence = min(1.0,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f.confidence + 0.2)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621792" y="34290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/ INTERESTED_IN: ON MATCH SET weight = weight + 1, pure Cypher, no LLM call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621792" y="39502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Preference: starts 0.5, same +0.1 reconfirm rule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3474720"/>
          </a:xfrm>
          <a:prstGeom prst="roundRect">
            <a:avLst>
              <a:gd name="adj" fmla="val 1842"/>
            </a:avLst>
          </a:prstGeom>
          <a:solidFill>
            <a:srgbClr val="0D1529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decay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8032" y="1719072"/>
            <a:ext cx="3703320" cy="1600200"/>
          </a:xfrm>
          <a:prstGeom prst="roundRect">
            <a:avLst>
              <a:gd name="adj" fmla="val 4000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65192" y="1810512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nightly, decay_relevance():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m.relevance_weight = CASE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relevance_weight IS NULL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1.0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relevance_weight &lt;= 0.1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0.1  -- floor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relevance_weight * 0.95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4828032" y="34290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PRECEDED_BY.gap_days = (date($meeting_date) - date(prior.date)).day</a:t>
            </a: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(Memgraph has no duration.inDays — use date subtraction)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4828032" y="3977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CAUSED_BY: only when follow_up_needed=true, capped at 1 link/meeting, &gt;50% word overlap required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12 / 21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VECTOR_MEMORY.PY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Search — Real Cypher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434840" cy="3520440"/>
          </a:xfrm>
          <a:prstGeom prst="roundRect">
            <a:avLst>
              <a:gd name="adj" fmla="val 1818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41605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VECTOR INDEX meeting_embedding_idx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:Meeting(embedding)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CONFIG {"dimension": 768,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"capacity": 2048,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"metric": "cos"}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vector_search.search(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$index_name, $limit, $query_vector)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node, similarity, distance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node.id, similarity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similarity DESC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5074920" y="1280160"/>
            <a:ext cx="3611880" cy="3520440"/>
          </a:xfrm>
          <a:prstGeom prst="roundRect">
            <a:avLst>
              <a:gd name="adj" fmla="val 1818"/>
            </a:avLst>
          </a:prstGeom>
          <a:solidFill>
            <a:srgbClr val="0D1529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39512" y="1389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239512" y="1719072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86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embed_text() → LM Studio /v1/embeddings, text-embedding-nomic-embed-text-v1.5, 768-dim</a:t>
            </a:r>
            <a:endParaRPr lang="en-US" sz="86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86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embed_meeting() writes Meeting.embedding on ingestion</a:t>
            </a:r>
            <a:endParaRPr lang="en-US" sz="86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86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embed_facts_for_meeting() embeds only Facts missing embeddings — idempotent</a:t>
            </a:r>
            <a:endParaRPr lang="en-US" sz="86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86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graph_algorithms.vector_search() is the only place CALL vector_search.* appears</a:t>
            </a:r>
            <a:endParaRPr lang="en-US" sz="86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86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backfill_embeddings() — one-off, for pre-existing data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13 / 21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DEV_AGENT/ — SEPARATE DOCKER SERVICE, :8002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Agent — State Machine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9601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397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12064" y="173736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 != ''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skip label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938528" y="1783080"/>
            <a:ext cx="100584" cy="128016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57400" y="1371600"/>
            <a:ext cx="1463040" cy="9601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397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7400" y="1444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12264" y="173736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538728" y="1783080"/>
            <a:ext cx="100584" cy="128016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1371600"/>
            <a:ext cx="1463040" cy="9601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3970">
            <a:solidFill>
              <a:srgbClr val="5C6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1444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C6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12464" y="173736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worktree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agent/&lt;KEY&gt;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138928" y="1783080"/>
            <a:ext cx="100584" cy="128016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57800" y="1371600"/>
            <a:ext cx="1463040" cy="9601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1444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12664" y="173736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opened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verified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739128" y="1783080"/>
            <a:ext cx="100584" cy="128016"/>
          </a:xfrm>
          <a:prstGeom prst="rightArrow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0" y="1371600"/>
            <a:ext cx="1463040" cy="96012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397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1444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12864" y="173736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251460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26060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ANTHROPIC_API_KEY=""           # LM Studio only, never api.anthropic.com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LM_STUDIO_ANTHROPIC_URL=http://host.docker.internal:1234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DEV_AGENT_MAX_ATTEMPTS=1       DEV_AGENT_MAX_TURNS=40</a:t>
            </a:r>
            <a:endParaRPr lang="en-US" sz="8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3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DEV_AGENT_TIMEOUT_SECONDS=1800 DEV_AGENT_POLL_MINUTES=10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087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" y="3730752"/>
            <a:ext cx="7909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verification is independent — GitHub API confirms the PR exists, never trusts the agent's own claim</a:t>
            </a:r>
            <a:endParaRPr lang="en-US" sz="86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path: ticket returns to TO DO (not stuck in IN PROGRESS), Jira comment posted, dev_agent_runs.status='failed'</a:t>
            </a:r>
            <a:endParaRPr lang="en-US" sz="86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Auto-merge deliberately NOT implemented — human review is the one remaining checkpoint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14 / 21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JIRA_PUSHER.PY · JIRA_AGENT.PY · MCP SERVERS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Jira, One-Turn Agent Access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246120"/>
          </a:xfrm>
          <a:prstGeom prst="roundRect">
            <a:avLst>
              <a:gd name="adj" fmla="val 1972"/>
            </a:avLst>
          </a:prstGeom>
          <a:solidFill>
            <a:srgbClr val="0D1529"/>
          </a:solidFill>
          <a:ln w="9525">
            <a:solidFill>
              <a:srgbClr val="5C6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389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loop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" y="1719072"/>
            <a:ext cx="3703320" cy="2194560"/>
          </a:xfrm>
          <a:prstGeom prst="roundRect">
            <a:avLst>
              <a:gd name="adj" fmla="val 2917"/>
            </a:avLst>
          </a:prstGeom>
          <a:solidFill>
            <a:srgbClr val="0D1529"/>
          </a:solidFill>
          <a:ln w="9525">
            <a:solidFill>
              <a:srgbClr val="5C6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810512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jira_pusher.py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ActionItem -&gt; POST /rest/api/3/issue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Airbyte Jira source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raw_jira_issues (Postgres)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jira_agent.py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matches issue -&gt; ActionItem node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a.jira_status, a.done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21792" y="3977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Jira REST calls live in jira_client.py — no exceptions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3246120"/>
          </a:xfrm>
          <a:prstGeom prst="roundRect">
            <a:avLst>
              <a:gd name="adj" fmla="val 1972"/>
            </a:avLst>
          </a:prstGeom>
          <a:solidFill>
            <a:srgbClr val="0D1529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28032" y="1389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surface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28032" y="1719072"/>
            <a:ext cx="3703320" cy="2194560"/>
          </a:xfrm>
          <a:prstGeom prst="roundRect">
            <a:avLst>
              <a:gd name="adj" fmla="val 2917"/>
            </a:avLst>
          </a:prstGeom>
          <a:solidFill>
            <a:srgbClr val="0D1529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65192" y="1810512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memgraph MCP  (MCP_READ_ONLY=false)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run_query, get_schema,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get_node_neighborhood,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search_node_vectors, get_page_rank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jira MCP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jira_get, jira_post,</a:t>
            </a:r>
            <a:endParaRPr lang="en-US" sz="82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jira_put, jira_patch, jira_delete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828032" y="3977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conversation, both MCPs — Claude Desktop hits Memgraph + Jira in the same turn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15 / 21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ENFORCED BY CONVENTION, NOT A LINTER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Boundaries &amp; Absolute Rules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474720"/>
          </a:xfrm>
          <a:prstGeom prst="roundRect">
            <a:avLst>
              <a:gd name="adj" fmla="val 1842"/>
            </a:avLst>
          </a:prstGeom>
          <a:solidFill>
            <a:srgbClr val="0D1529"/>
          </a:solidFill>
          <a:ln w="9525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graph_algorithms.py is the ONLY file with MAGE CALL procedures</a:t>
            </a:r>
            <a:endParaRPr lang="en-US" sz="92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memgraph_client.py is the ONLY file with Cypher (plus the memory modules for their own node types)</a:t>
            </a:r>
            <a:endParaRPr lang="en-US" sz="92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db.py is the ONLY file with SQL</a:t>
            </a:r>
            <a:endParaRPr lang="en-US" sz="92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jira_client.py is the ONLY file with Jira REST calls (dev_agent and transform_service both use it)</a:t>
            </a:r>
            <a:endParaRPr lang="en-US" sz="92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Cypher writes: MERGE, never CREATE, for uniquely-keyed nodes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4709160" y="1280160"/>
            <a:ext cx="4023360" cy="3474720"/>
          </a:xfrm>
          <a:prstGeom prst="roundRect">
            <a:avLst>
              <a:gd name="adj" fmla="val 1842"/>
            </a:avLst>
          </a:prstGeom>
          <a:solidFill>
            <a:srgbClr val="0D1529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Multi-node writes: single Cypher transaction, never sequential driver calls</a:t>
            </a:r>
            <a:endParaRPr lang="en-US" sz="92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httpx.AsyncClient only — never synchronous requests</a:t>
            </a:r>
            <a:endParaRPr lang="en-US" sz="92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@with_retry(max_attempts=3, base_delay=2.0) on all external calls</a:t>
            </a:r>
            <a:endParaRPr lang="en-US" sz="92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dev_agent never defaults is_engineering_task to True when missing — fail safe</a:t>
            </a:r>
            <a:endParaRPr lang="en-US" sz="92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Auto-merge is not implemented — do not add it without explicit go-ahead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16 / 21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OPERABILITY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Ops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474720"/>
          </a:xfrm>
          <a:prstGeom prst="roundRect">
            <a:avLst>
              <a:gd name="adj" fmla="val 1842"/>
            </a:avLst>
          </a:prstGeom>
          <a:solidFill>
            <a:srgbClr val="0D1529"/>
          </a:solidFill>
          <a:ln w="9525">
            <a:solidFill>
              <a:srgbClr val="5C6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" y="1417320"/>
            <a:ext cx="384048" cy="384048"/>
          </a:xfrm>
          <a:prstGeom prst="ellipse">
            <a:avLst/>
          </a:prstGeom>
          <a:solidFill>
            <a:srgbClr val="5C67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44" y="1517172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81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792" y="1874520"/>
            <a:ext cx="3703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automated tests across 13 files, one per build phase (phase14 → phase26)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pytest-anyio, mocked Memgraph driver and LM Studio client — no live services needed to run the suite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memory/algorithm module shipped with its own test file the same session it was written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test runs the full suite inside the transform_service container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3474720"/>
          </a:xfrm>
          <a:prstGeom prst="roundRect">
            <a:avLst>
              <a:gd name="adj" fmla="val 1842"/>
            </a:avLst>
          </a:prstGeom>
          <a:solidFill>
            <a:srgbClr val="0D1529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28032" y="141732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884" y="151717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surface (Makefile)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828032" y="1874520"/>
            <a:ext cx="3703320" cy="2743200"/>
          </a:xfrm>
          <a:prstGeom prst="roundRect">
            <a:avLst>
              <a:gd name="adj" fmla="val 2333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965192" y="1965960"/>
            <a:ext cx="3429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 / down / logs / shell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          # full pytest suite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setup-memgraph  # idempotent schema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trigger       # fire pipeline manually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backfill      # reprocess raw rows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health        # 3-service status check</a:t>
            </a:r>
            <a:endParaRPr lang="en-US" sz="84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4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dev-agent-trigger / -triage / -runs</a:t>
            </a:r>
            <a:endParaRPr lang="en-US" sz="840" dirty="0"/>
          </a:p>
        </p:txBody>
      </p:sp>
      <p:sp>
        <p:nvSpPr>
          <p:cNvPr id="15" name="Text 11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17 / 21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Live Graph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Users/shubham.gaur/Desktop/airbyte-lm-studio-memgraph/docs/demo_assets/memgraph_02_discussed_knowledge_grap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16736"/>
            <a:ext cx="3794760" cy="31272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5371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(m:Meeting)-[r:DISCUSSED]-&gt;(t:Topic) RETURN m, r, t — 162 edges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4617720" y="1234440"/>
            <a:ext cx="4069080" cy="1508760"/>
          </a:xfrm>
          <a:prstGeom prst="roundRect">
            <a:avLst>
              <a:gd name="adj" fmla="val 4242"/>
            </a:avLst>
          </a:prstGeom>
          <a:solidFill>
            <a:srgbClr val="0D1529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82312" y="13533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"Who is responsible for testing automation?"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537960" y="1874520"/>
            <a:ext cx="292608" cy="164592"/>
          </a:xfrm>
          <a:prstGeom prst="downArrow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82312" y="21031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"Femi leads the QA automation initiative"
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3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similarity = 0.649, cosine metric, zero keyword overlap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17720" y="2880360"/>
            <a:ext cx="4069080" cy="1645920"/>
          </a:xfrm>
          <a:prstGeom prst="roundRect">
            <a:avLst>
              <a:gd name="adj" fmla="val 3889"/>
            </a:avLst>
          </a:prstGeom>
          <a:solidFill>
            <a:srgbClr val="0D1529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82312" y="2980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numbers, this session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82312" y="3273552"/>
            <a:ext cx="3749040" cy="1188720"/>
          </a:xfrm>
          <a:prstGeom prst="roundRect">
            <a:avLst>
              <a:gd name="adj" fmla="val 5385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19472" y="336499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99/99 tests passing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264 edges, 13 relationship types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 meetings · 43 topics · 7 people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index size: 74 + 5 (Meeting+Fact)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18 / 21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Working Right Now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8653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87752" y="1280160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87752" y="13350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79192" y="18653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18304" y="1280160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18304" y="13350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C6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09744" y="18653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48856" y="1280160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48856" y="13350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40296" y="18653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dims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1188720"/>
          </a:xfrm>
          <a:prstGeom prst="roundRect">
            <a:avLst>
              <a:gd name="adj" fmla="val 5385"/>
            </a:avLst>
          </a:prstGeom>
          <a:solidFill>
            <a:srgbClr val="0D1529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6517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/graph/insights/influential | /communities | /bridges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/graph/search/meetings?q=  |  /graph/search/facts?q=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/graph/memory/query  {"question": str}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/graph/memory/person/{email}  |  /graph/procedures</a:t>
            </a:r>
            <a:endParaRPr lang="en-US" sz="86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6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/webhook/airbyte  —  triggers full pipeline end to end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57200" y="3913632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1E3A5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9136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 —  that's the entire deployment.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19 / 21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Demonstrates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" cy="420624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62" y="1435242"/>
            <a:ext cx="201900" cy="201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story, not just a tech demo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8992" y="157276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cloud services removed since v3 — zero marginal cost per meeting processed</a:t>
            </a:r>
            <a:endParaRPr lang="en-US" sz="93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420624" cy="420624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62" y="2166762"/>
            <a:ext cx="201900" cy="201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203911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Airbyte as the backbone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78992" y="230428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connectors, incremental sync, webhook-driven, fully bidirectional — the one dependency kept on purpose</a:t>
            </a:r>
            <a:endParaRPr lang="en-US" sz="930" dirty="0"/>
          </a:p>
        </p:txBody>
      </p:sp>
      <p:sp>
        <p:nvSpPr>
          <p:cNvPr id="12" name="Shape 8"/>
          <p:cNvSpPr/>
          <p:nvPr/>
        </p:nvSpPr>
        <p:spPr>
          <a:xfrm>
            <a:off x="457200" y="2788920"/>
            <a:ext cx="420624" cy="420624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562" y="2898282"/>
            <a:ext cx="201900" cy="201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27706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Graph-native, self-aware memory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78992" y="303580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storage — the graph ranks, remembers, decays, and reasons about itself</a:t>
            </a:r>
            <a:endParaRPr lang="en-US" sz="930" dirty="0"/>
          </a:p>
        </p:txBody>
      </p:sp>
      <p:sp>
        <p:nvSpPr>
          <p:cNvPr id="16" name="Shape 11"/>
          <p:cNvSpPr/>
          <p:nvPr/>
        </p:nvSpPr>
        <p:spPr>
          <a:xfrm>
            <a:off x="457200" y="3520440"/>
            <a:ext cx="420624" cy="420624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562" y="3629802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78992" y="35021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autonomous agents, one MCP surface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078992" y="376732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writes to Jira and code, one answers questions — same interface, same safety checkpoints</a:t>
            </a:r>
            <a:endParaRPr lang="en-US" sz="930" dirty="0"/>
          </a:p>
        </p:txBody>
      </p:sp>
      <p:sp>
        <p:nvSpPr>
          <p:cNvPr id="20" name="Text 14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20 / 21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CAN GO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Extend, Not Just to Demo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Airbyte sources plug into the same classify → extract → graph flow with no architecture change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graph_algorithms.py, memory modules, and vector search are all additive layers on the same node/edge schema — nothing upstream was rewritten to add them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surface means any future agent gets read+write graph access on day one, not as a follow-up integration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8229600" cy="1051560"/>
          </a:xfrm>
          <a:prstGeom prst="roundRect">
            <a:avLst>
              <a:gd name="adj" fmla="val 6087"/>
            </a:avLst>
          </a:prstGeom>
          <a:solidFill>
            <a:srgbClr val="1E3A5F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 —  that's the entire deployment.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Shubham Gaur  ·  meeting-memory-v4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48508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Meeting Memory v4 — Complete Overview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321040" y="48508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21 / 21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3019</Words>
  <Application>Microsoft Macintosh PowerPoint</Application>
  <PresentationFormat>On-screen Show (16:9)</PresentationFormat>
  <Paragraphs>384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Memory v4 — Complete Overview</dc:title>
  <dc:subject>PptxGenJS Presentation</dc:subject>
  <dc:creator>Shubham Gaur</dc:creator>
  <cp:lastModifiedBy>Shubham Gaur</cp:lastModifiedBy>
  <cp:revision>2</cp:revision>
  <dcterms:created xsi:type="dcterms:W3CDTF">2026-07-02T15:59:42Z</dcterms:created>
  <dcterms:modified xsi:type="dcterms:W3CDTF">2026-07-02T17:12:08Z</dcterms:modified>
</cp:coreProperties>
</file>